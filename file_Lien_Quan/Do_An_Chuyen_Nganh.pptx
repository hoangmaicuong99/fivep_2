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11"/>
  </p:notesMasterIdLst>
  <p:sldIdLst>
    <p:sldId id="256" r:id="rId2"/>
    <p:sldId id="262" r:id="rId3"/>
    <p:sldId id="257" r:id="rId4"/>
    <p:sldId id="261" r:id="rId5"/>
    <p:sldId id="263" r:id="rId6"/>
    <p:sldId id="264" r:id="rId7"/>
    <p:sldId id="265" r:id="rId8"/>
    <p:sldId id="266" r:id="rId9"/>
    <p:sldId id="260" r:id="rId1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287B"/>
    <a:srgbClr val="5146AF"/>
    <a:srgbClr val="DA5431"/>
    <a:srgbClr val="1A1A1A"/>
    <a:srgbClr val="FFD41D"/>
    <a:srgbClr val="FFE471"/>
    <a:srgbClr val="FDBC00"/>
    <a:srgbClr val="FFDF85"/>
    <a:srgbClr val="FEBA01"/>
    <a:srgbClr val="FEC8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1" d="100"/>
          <a:sy n="91" d="100"/>
        </p:scale>
        <p:origin x="786" y="66"/>
      </p:cViewPr>
      <p:guideLst>
        <p:guide orient="horz" pos="1620"/>
        <p:guide pos="288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D18E60-4300-4729-A0D7-6AB984C3922D}" type="datetimeFigureOut">
              <a:rPr lang="en-US" smtClean="0"/>
              <a:t>11/12/2020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33E96-F078-4B3D-A8F4-F1AF21EBC357}" type="slidenum">
              <a:rPr lang="en-US" smtClean="0"/>
              <a:t>‹#›</a:t>
            </a:fld>
            <a:endParaRPr lang="en-US"/>
          </a:p>
        </p:txBody>
      </p:sp>
    </p:spTree>
    <p:extLst>
      <p:ext uri="{BB962C8B-B14F-4D97-AF65-F5344CB8AC3E}">
        <p14:creationId xmlns:p14="http://schemas.microsoft.com/office/powerpoint/2010/main" val="2844300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350B06-B074-48FC-8CFD-53D2CD8FB95F}" type="slidenum">
              <a:rPr lang="en-US" smtClean="0"/>
              <a:t>9</a:t>
            </a:fld>
            <a:endParaRPr lang="en-US"/>
          </a:p>
        </p:txBody>
      </p:sp>
    </p:spTree>
    <p:extLst>
      <p:ext uri="{BB962C8B-B14F-4D97-AF65-F5344CB8AC3E}">
        <p14:creationId xmlns:p14="http://schemas.microsoft.com/office/powerpoint/2010/main" val="12845968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43555" y="2266340"/>
            <a:ext cx="5948760" cy="1527050"/>
          </a:xfrm>
          <a:noFill/>
          <a:effectLst>
            <a:outerShdw blurRad="50800" dist="38100" dir="2700000" algn="tl" rotWithShape="0">
              <a:prstClr val="black">
                <a:alpha val="40000"/>
              </a:prstClr>
            </a:outerShdw>
          </a:effectLst>
        </p:spPr>
        <p:txBody>
          <a:bodyPr>
            <a:normAutofit/>
          </a:bodyPr>
          <a:lstStyle>
            <a:lvl1pPr algn="l">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143555" y="3793390"/>
            <a:ext cx="5948760" cy="1033535"/>
          </a:xfrm>
        </p:spPr>
        <p:txBody>
          <a:bodyPr>
            <a:normAutofit/>
          </a:bodyPr>
          <a:lstStyle>
            <a:lvl1pPr marL="0" indent="0" algn="l">
              <a:buNone/>
              <a:defRPr sz="2800" b="0" i="0">
                <a:solidFill>
                  <a:schemeClr val="accent4">
                    <a:lumMod val="20000"/>
                    <a:lumOff val="8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a:t>
            </a:r>
          </a:p>
          <a:p>
            <a:r>
              <a:rPr lang="en-US" dirty="0"/>
              <a:t>Master subtitle style</a:t>
            </a:r>
          </a:p>
        </p:txBody>
      </p:sp>
      <p:sp>
        <p:nvSpPr>
          <p:cNvPr id="4" name="Date Placeholder 3"/>
          <p:cNvSpPr>
            <a:spLocks noGrp="1"/>
          </p:cNvSpPr>
          <p:nvPr>
            <p:ph type="dt" sz="half" idx="10"/>
          </p:nvPr>
        </p:nvSpPr>
        <p:spPr/>
        <p:txBody>
          <a:bodyPr/>
          <a:lstStyle/>
          <a:p>
            <a:fld id="{53074F12-AA26-4AC8-9962-C36BB8F32554}" type="datetimeFigureOut">
              <a:rPr lang="en-US" smtClean="0"/>
              <a:pPr/>
              <a:t>11/12/2020</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1670" y="0"/>
            <a:ext cx="8246070" cy="1042857"/>
          </a:xfrm>
        </p:spPr>
        <p:txBody>
          <a:bodyPr>
            <a:normAutofit/>
          </a:bodyPr>
          <a:lstStyle>
            <a:lvl1pPr algn="r">
              <a:defRPr sz="3600" baseline="0">
                <a:solidFill>
                  <a:schemeClr val="bg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40730" y="1350109"/>
            <a:ext cx="8246070" cy="3417154"/>
          </a:xfrm>
        </p:spPr>
        <p:txBody>
          <a:bodyPr/>
          <a:lstStyle>
            <a:lvl1pPr algn="l">
              <a:defRPr sz="2800">
                <a:solidFill>
                  <a:schemeClr val="accent4">
                    <a:lumMod val="50000"/>
                  </a:schemeClr>
                </a:solidFill>
              </a:defRPr>
            </a:lvl1pPr>
            <a:lvl2pPr algn="l">
              <a:defRPr>
                <a:solidFill>
                  <a:schemeClr val="accent4">
                    <a:lumMod val="50000"/>
                  </a:schemeClr>
                </a:solidFill>
              </a:defRPr>
            </a:lvl2pPr>
            <a:lvl3pPr algn="l">
              <a:defRPr>
                <a:solidFill>
                  <a:schemeClr val="accent4">
                    <a:lumMod val="50000"/>
                  </a:schemeClr>
                </a:solidFill>
              </a:defRPr>
            </a:lvl3pPr>
            <a:lvl4pPr algn="l">
              <a:defRPr>
                <a:solidFill>
                  <a:schemeClr val="accent4">
                    <a:lumMod val="50000"/>
                  </a:schemeClr>
                </a:solidFill>
              </a:defRPr>
            </a:lvl4pPr>
            <a:lvl5pPr algn="l">
              <a:defRPr>
                <a:solidFill>
                  <a:schemeClr val="accent4">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11/12/2020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7948" y="426186"/>
            <a:ext cx="6252670" cy="763525"/>
          </a:xfrm>
        </p:spPr>
        <p:txBody>
          <a:bodyPr>
            <a:normAutofit/>
          </a:bodyPr>
          <a:lstStyle>
            <a:lvl1pPr algn="l">
              <a:defRPr sz="3600">
                <a:solidFill>
                  <a:schemeClr val="bg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358184" y="1411426"/>
            <a:ext cx="6236936" cy="3344113"/>
          </a:xfrm>
        </p:spPr>
        <p:txBody>
          <a:bodyPr/>
          <a:lstStyle>
            <a:lvl1pPr>
              <a:defRPr sz="2800">
                <a:solidFill>
                  <a:srgbClr val="37287B"/>
                </a:solidFill>
              </a:defRPr>
            </a:lvl1pPr>
            <a:lvl2pPr>
              <a:defRPr>
                <a:solidFill>
                  <a:srgbClr val="37287B"/>
                </a:solidFill>
              </a:defRPr>
            </a:lvl2pPr>
            <a:lvl3pPr>
              <a:defRPr>
                <a:solidFill>
                  <a:srgbClr val="37287B"/>
                </a:solidFill>
              </a:defRPr>
            </a:lvl3pPr>
            <a:lvl4pPr>
              <a:defRPr>
                <a:solidFill>
                  <a:srgbClr val="37287B"/>
                </a:solidFill>
              </a:defRPr>
            </a:lvl4pPr>
            <a:lvl5pPr>
              <a:defRPr>
                <a:solidFill>
                  <a:srgbClr val="37287B"/>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11/12/2020</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11/12/2020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074F12-AA26-4AC8-9962-C36BB8F32554}" type="datetimeFigureOut">
              <a:rPr lang="en-US" smtClean="0"/>
              <a:pPr/>
              <a:t>11/12/2020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54375" y="-35042"/>
            <a:ext cx="8076896" cy="1068935"/>
          </a:xfrm>
        </p:spPr>
        <p:txBody>
          <a:bodyPr>
            <a:normAutofit/>
          </a:bodyPr>
          <a:lstStyle>
            <a:lvl1pPr algn="r">
              <a:defRPr sz="3600" baseline="0">
                <a:solidFill>
                  <a:schemeClr val="bg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536879" y="1641238"/>
            <a:ext cx="4040188" cy="479822"/>
          </a:xfrm>
        </p:spPr>
        <p:txBody>
          <a:bodyPr anchor="b"/>
          <a:lstStyle>
            <a:lvl1pPr marL="0" indent="0" algn="ctr">
              <a:buNone/>
              <a:defRPr sz="2400" b="1">
                <a:solidFill>
                  <a:schemeClr val="accent4">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36879" y="2113635"/>
            <a:ext cx="4040188" cy="2276294"/>
          </a:xfrm>
        </p:spPr>
        <p:txBody>
          <a:bodyPr/>
          <a:lstStyle>
            <a:lvl1pPr algn="ctr">
              <a:defRPr sz="2400">
                <a:solidFill>
                  <a:schemeClr val="accent4">
                    <a:lumMod val="50000"/>
                  </a:schemeClr>
                </a:solidFill>
              </a:defRPr>
            </a:lvl1pPr>
            <a:lvl2pPr algn="ctr">
              <a:defRPr sz="2000">
                <a:solidFill>
                  <a:schemeClr val="accent4">
                    <a:lumMod val="50000"/>
                  </a:schemeClr>
                </a:solidFill>
              </a:defRPr>
            </a:lvl2pPr>
            <a:lvl3pPr algn="ctr">
              <a:defRPr sz="1800">
                <a:solidFill>
                  <a:schemeClr val="accent4">
                    <a:lumMod val="50000"/>
                  </a:schemeClr>
                </a:solidFill>
              </a:defRPr>
            </a:lvl3pPr>
            <a:lvl4pPr algn="ctr">
              <a:defRPr sz="1600">
                <a:solidFill>
                  <a:schemeClr val="accent4">
                    <a:lumMod val="50000"/>
                  </a:schemeClr>
                </a:solidFill>
              </a:defRPr>
            </a:lvl4pPr>
            <a:lvl5pPr algn="ctr">
              <a:defRPr sz="1600">
                <a:solidFill>
                  <a:schemeClr val="accent4">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572000" y="1641238"/>
            <a:ext cx="4041775" cy="479822"/>
          </a:xfrm>
        </p:spPr>
        <p:txBody>
          <a:bodyPr anchor="b"/>
          <a:lstStyle>
            <a:lvl1pPr marL="0" indent="0" algn="ctr">
              <a:buNone/>
              <a:defRPr sz="2400" b="1">
                <a:solidFill>
                  <a:schemeClr val="accent4">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72000" y="2113635"/>
            <a:ext cx="4041775" cy="2276294"/>
          </a:xfrm>
        </p:spPr>
        <p:txBody>
          <a:bodyPr/>
          <a:lstStyle>
            <a:lvl1pPr algn="ctr">
              <a:defRPr sz="2400">
                <a:solidFill>
                  <a:schemeClr val="accent4">
                    <a:lumMod val="50000"/>
                  </a:schemeClr>
                </a:solidFill>
              </a:defRPr>
            </a:lvl1pPr>
            <a:lvl2pPr algn="ctr">
              <a:defRPr sz="2000">
                <a:solidFill>
                  <a:schemeClr val="accent4">
                    <a:lumMod val="50000"/>
                  </a:schemeClr>
                </a:solidFill>
              </a:defRPr>
            </a:lvl2pPr>
            <a:lvl3pPr algn="ctr">
              <a:defRPr sz="1800">
                <a:solidFill>
                  <a:schemeClr val="accent4">
                    <a:lumMod val="50000"/>
                  </a:schemeClr>
                </a:solidFill>
              </a:defRPr>
            </a:lvl3pPr>
            <a:lvl4pPr algn="ctr">
              <a:defRPr sz="1600">
                <a:solidFill>
                  <a:schemeClr val="accent4">
                    <a:lumMod val="50000"/>
                  </a:schemeClr>
                </a:solidFill>
              </a:defRPr>
            </a:lvl4pPr>
            <a:lvl5pPr algn="ctr">
              <a:defRPr sz="1600">
                <a:solidFill>
                  <a:schemeClr val="accent4">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3074F12-AA26-4AC8-9962-C36BB8F32554}" type="datetimeFigureOut">
              <a:rPr lang="en-US" smtClean="0"/>
              <a:pPr/>
              <a:t>11/12/2020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074F12-AA26-4AC8-9962-C36BB8F32554}" type="datetimeFigureOut">
              <a:rPr lang="en-US" smtClean="0"/>
              <a:pPr/>
              <a:t>11/12/2020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11/12/2020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11/12/2020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11/12/2020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11/12/2020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11/12/2020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7" name="Picture 6" descr="E:\websites\free-power-point-templates\2012\logos.png">
            <a:extLst>
              <a:ext uri="{FF2B5EF4-FFF2-40B4-BE49-F238E27FC236}">
                <a16:creationId xmlns:a16="http://schemas.microsoft.com/office/drawing/2014/main" id="{08B89D22-1D6E-450B-881F-4D2A4C527F7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808475"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11/12/2020</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
        <p:nvSpPr>
          <p:cNvPr id="7" name="TextBox 6">
            <a:extLst>
              <a:ext uri="{FF2B5EF4-FFF2-40B4-BE49-F238E27FC236}">
                <a16:creationId xmlns:a16="http://schemas.microsoft.com/office/drawing/2014/main" id="{11E867DF-3DCA-4725-94F0-F2B6BD747A82}"/>
              </a:ext>
            </a:extLst>
          </p:cNvPr>
          <p:cNvSpPr txBox="1"/>
          <p:nvPr userDrawn="1"/>
        </p:nvSpPr>
        <p:spPr>
          <a:xfrm>
            <a:off x="-9150" y="5213747"/>
            <a:ext cx="8389625" cy="523220"/>
          </a:xfrm>
          <a:prstGeom prst="rect">
            <a:avLst/>
          </a:prstGeom>
          <a:noFill/>
        </p:spPr>
        <p:txBody>
          <a:bodyPr wrap="square" rtlCol="0">
            <a:spAutoFit/>
          </a:bodyPr>
          <a:lstStyle/>
          <a:p>
            <a:r>
              <a:rPr lang="en-US" sz="1400" dirty="0">
                <a:solidFill>
                  <a:schemeClr val="bg1">
                    <a:lumMod val="65000"/>
                  </a:schemeClr>
                </a:solidFill>
              </a:rPr>
              <a:t>This presentation uses a free template provided by FPPT.com</a:t>
            </a:r>
          </a:p>
          <a:p>
            <a:r>
              <a:rPr lang="en-US" sz="1400" dirty="0">
                <a:solidFill>
                  <a:schemeClr val="bg1">
                    <a:lumMod val="65000"/>
                  </a:schemeClr>
                </a:solidFill>
              </a:rPr>
              <a:t>www.free-power-point-templates.com</a:t>
            </a:r>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563" y="1960930"/>
            <a:ext cx="3512215" cy="1527050"/>
          </a:xfrm>
        </p:spPr>
        <p:txBody>
          <a:bodyPr>
            <a:normAutofit fontScale="90000"/>
          </a:bodyPr>
          <a:lstStyle/>
          <a:p>
            <a:r>
              <a:rPr lang="en-US" dirty="0" smtClean="0">
                <a:latin typeface="Times New Roman" panose="02020603050405020304" pitchFamily="18" charset="0"/>
                <a:cs typeface="Times New Roman" panose="02020603050405020304" pitchFamily="18" charset="0"/>
              </a:rPr>
              <a:t>HỆ THỐNG GIẢI DÁP CÂU HỎI fIVE-P</a:t>
            </a:r>
            <a:endParaRPr lang="en-US"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80563" y="4404210"/>
            <a:ext cx="3970330" cy="1033535"/>
          </a:xfrm>
        </p:spPr>
        <p:txBody>
          <a:bodyPr>
            <a:normAutofit/>
          </a:bodyPr>
          <a:lstStyle/>
          <a:p>
            <a:r>
              <a:rPr lang="en-US" sz="1800" dirty="0" smtClean="0"/>
              <a:t>Sinh viên thực hiện : </a:t>
            </a:r>
            <a:r>
              <a:rPr lang="en-US" sz="1800" dirty="0" smtClean="0"/>
              <a:t>Hoàng Mai Cương</a:t>
            </a:r>
            <a:endParaRPr lang="en-US" sz="1800" dirty="0"/>
          </a:p>
        </p:txBody>
      </p:sp>
    </p:spTree>
    <p:extLst>
      <p:ext uri="{BB962C8B-B14F-4D97-AF65-F5344CB8AC3E}">
        <p14:creationId xmlns:p14="http://schemas.microsoft.com/office/powerpoint/2010/main" val="363920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smtClean="0"/>
              <a:t>Khảo sát hiện trạng</a:t>
            </a:r>
            <a:endParaRPr lang="en-US" dirty="0"/>
          </a:p>
        </p:txBody>
      </p:sp>
      <p:sp>
        <p:nvSpPr>
          <p:cNvPr id="5" name="Content Placeholder 4"/>
          <p:cNvSpPr>
            <a:spLocks noGrp="1"/>
          </p:cNvSpPr>
          <p:nvPr>
            <p:ph idx="1"/>
          </p:nvPr>
        </p:nvSpPr>
        <p:spPr>
          <a:xfrm>
            <a:off x="358184" y="1411426"/>
            <a:ext cx="6236936" cy="3603604"/>
          </a:xfrm>
        </p:spPr>
        <p:txBody>
          <a:bodyPr>
            <a:normAutofit fontScale="85000" lnSpcReduction="10000"/>
          </a:bodyPr>
          <a:lstStyle/>
          <a:p>
            <a:pPr marL="0" indent="0">
              <a:buNone/>
            </a:pPr>
            <a:r>
              <a:rPr lang="en-US" dirty="0" smtClean="0"/>
              <a:t>-  Hiện </a:t>
            </a:r>
            <a:r>
              <a:rPr lang="en-US" dirty="0"/>
              <a:t>nay nhu câu về ngành công nghệ thông tin rất cao, đặt biệt là ngành kỹ thuật phần mềm, và đi xong xong với nó là các vấn đề chuyên ngành, cần được giải đáp thắc </a:t>
            </a:r>
            <a:r>
              <a:rPr lang="en-US" dirty="0" smtClean="0"/>
              <a:t>mắc.</a:t>
            </a:r>
          </a:p>
          <a:p>
            <a:pPr marL="0" indent="0">
              <a:buNone/>
            </a:pPr>
            <a:r>
              <a:rPr lang="en-US" dirty="0" smtClean="0"/>
              <a:t>-  Các </a:t>
            </a:r>
            <a:r>
              <a:rPr lang="en-US" dirty="0"/>
              <a:t>sinh viên nói riêng và những người thuộc lĩnh vực công nghệ thông tin nói chung có nhu cầu về một diễn dàn để có thể trao đổi chia sẽ kinh nghiệm với nhau, và giải đáp các thắc mắc, vấn đề mà họ gặp phải trong quá trình học tập và làm việc</a:t>
            </a:r>
            <a:endParaRPr lang="en-US" dirty="0"/>
          </a:p>
        </p:txBody>
      </p:sp>
    </p:spTree>
    <p:extLst>
      <p:ext uri="{BB962C8B-B14F-4D97-AF65-F5344CB8AC3E}">
        <p14:creationId xmlns:p14="http://schemas.microsoft.com/office/powerpoint/2010/main" val="31315513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2490" y="0"/>
            <a:ext cx="7635250" cy="1042857"/>
          </a:xfrm>
        </p:spPr>
        <p:txBody>
          <a:bodyPr>
            <a:normAutofit/>
          </a:bodyPr>
          <a:lstStyle/>
          <a:p>
            <a:pPr algn="l"/>
            <a:r>
              <a:rPr lang="en-US" dirty="0" smtClean="0"/>
              <a:t>Actor hệ thống</a:t>
            </a:r>
            <a:endParaRPr lang="en-US" dirty="0"/>
          </a:p>
        </p:txBody>
      </p:sp>
      <p:sp>
        <p:nvSpPr>
          <p:cNvPr id="3" name="Content Placeholder 2"/>
          <p:cNvSpPr>
            <a:spLocks noGrp="1"/>
          </p:cNvSpPr>
          <p:nvPr>
            <p:ph idx="1"/>
          </p:nvPr>
        </p:nvSpPr>
        <p:spPr/>
        <p:txBody>
          <a:bodyPr/>
          <a:lstStyle/>
          <a:p>
            <a:r>
              <a:rPr lang="en-US" dirty="0" smtClean="0"/>
              <a:t>User chưa có tài khoản.</a:t>
            </a:r>
            <a:endParaRPr lang="en-US" dirty="0"/>
          </a:p>
          <a:p>
            <a:r>
              <a:rPr lang="en-US" dirty="0" smtClean="0"/>
              <a:t>User có tài khoản . </a:t>
            </a:r>
            <a:endParaRPr lang="en-US" dirty="0"/>
          </a:p>
          <a:p>
            <a:r>
              <a:rPr lang="en-US" dirty="0" smtClean="0"/>
              <a:t>Admin .</a:t>
            </a:r>
            <a:endParaRPr lang="en-US" dirty="0"/>
          </a:p>
          <a:p>
            <a:endParaRPr lang="en-US" dirty="0"/>
          </a:p>
        </p:txBody>
      </p:sp>
    </p:spTree>
    <p:extLst>
      <p:ext uri="{BB962C8B-B14F-4D97-AF65-F5344CB8AC3E}">
        <p14:creationId xmlns:p14="http://schemas.microsoft.com/office/powerpoint/2010/main" val="4103309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12489" y="-35042"/>
            <a:ext cx="7618781" cy="1068935"/>
          </a:xfrm>
        </p:spPr>
        <p:txBody>
          <a:bodyPr>
            <a:normAutofit/>
          </a:bodyPr>
          <a:lstStyle/>
          <a:p>
            <a:pPr algn="l"/>
            <a:r>
              <a:rPr lang="en-US" dirty="0" smtClean="0"/>
              <a:t>Bảng database</a:t>
            </a:r>
            <a:endParaRPr lang="en-US" dirty="0"/>
          </a:p>
        </p:txBody>
      </p:sp>
      <p:sp>
        <p:nvSpPr>
          <p:cNvPr id="5" name="Text Placeholder 4"/>
          <p:cNvSpPr>
            <a:spLocks noGrp="1"/>
          </p:cNvSpPr>
          <p:nvPr>
            <p:ph type="body" idx="1"/>
          </p:nvPr>
        </p:nvSpPr>
        <p:spPr>
          <a:xfrm>
            <a:off x="296260" y="1266379"/>
            <a:ext cx="4040188" cy="479822"/>
          </a:xfrm>
        </p:spPr>
        <p:txBody>
          <a:bodyPr/>
          <a:lstStyle/>
          <a:p>
            <a:r>
              <a:rPr lang="en-US" dirty="0" smtClean="0"/>
              <a:t>Gồm 23 bảng :</a:t>
            </a:r>
            <a:endParaRPr lang="en-US" dirty="0"/>
          </a:p>
        </p:txBody>
      </p:sp>
      <p:sp>
        <p:nvSpPr>
          <p:cNvPr id="6" name="Content Placeholder 5"/>
          <p:cNvSpPr>
            <a:spLocks noGrp="1"/>
          </p:cNvSpPr>
          <p:nvPr>
            <p:ph sz="half" idx="2"/>
          </p:nvPr>
        </p:nvSpPr>
        <p:spPr>
          <a:xfrm>
            <a:off x="536878" y="2113634"/>
            <a:ext cx="2813481" cy="2901395"/>
          </a:xfrm>
        </p:spPr>
        <p:txBody>
          <a:bodyPr>
            <a:normAutofit fontScale="85000" lnSpcReduction="20000"/>
          </a:bodyPr>
          <a:lstStyle/>
          <a:p>
            <a:pPr algn="l"/>
            <a:r>
              <a:rPr lang="en-US" dirty="0" smtClean="0"/>
              <a:t>User</a:t>
            </a:r>
            <a:endParaRPr lang="en-US" dirty="0"/>
          </a:p>
          <a:p>
            <a:pPr algn="l"/>
            <a:r>
              <a:rPr lang="en-US" dirty="0" smtClean="0"/>
              <a:t>Tick_Post</a:t>
            </a:r>
            <a:endParaRPr lang="en-US" dirty="0"/>
          </a:p>
          <a:p>
            <a:pPr algn="l"/>
            <a:r>
              <a:rPr lang="en-US" dirty="0" smtClean="0"/>
              <a:t>Technology_Post</a:t>
            </a:r>
          </a:p>
          <a:p>
            <a:pPr algn="l"/>
            <a:r>
              <a:rPr lang="en-US" dirty="0" smtClean="0"/>
              <a:t>Technology_Care</a:t>
            </a:r>
          </a:p>
          <a:p>
            <a:pPr algn="l"/>
            <a:r>
              <a:rPr lang="en-US" dirty="0"/>
              <a:t>Technology </a:t>
            </a:r>
            <a:endParaRPr lang="en-US" dirty="0" smtClean="0"/>
          </a:p>
          <a:p>
            <a:pPr algn="l"/>
            <a:r>
              <a:rPr lang="en-US" dirty="0"/>
              <a:t>Tags </a:t>
            </a:r>
            <a:endParaRPr lang="en-US" dirty="0" smtClean="0"/>
          </a:p>
          <a:p>
            <a:pPr algn="l"/>
            <a:r>
              <a:rPr lang="en-US" dirty="0" smtClean="0"/>
              <a:t>Show_Activate_Reply_Post</a:t>
            </a:r>
          </a:p>
          <a:p>
            <a:pPr algn="l"/>
            <a:r>
              <a:rPr lang="en-US" dirty="0"/>
              <a:t>Show_Activate_Post</a:t>
            </a:r>
            <a:endParaRPr lang="en-US" dirty="0"/>
          </a:p>
        </p:txBody>
      </p:sp>
      <p:sp>
        <p:nvSpPr>
          <p:cNvPr id="8" name="Content Placeholder 7"/>
          <p:cNvSpPr>
            <a:spLocks noGrp="1"/>
          </p:cNvSpPr>
          <p:nvPr>
            <p:ph sz="quarter" idx="4"/>
          </p:nvPr>
        </p:nvSpPr>
        <p:spPr>
          <a:xfrm>
            <a:off x="3350361" y="2113633"/>
            <a:ext cx="3054100" cy="2901395"/>
          </a:xfrm>
        </p:spPr>
        <p:txBody>
          <a:bodyPr>
            <a:normAutofit fontScale="92500" lnSpcReduction="20000"/>
          </a:bodyPr>
          <a:lstStyle/>
          <a:p>
            <a:pPr algn="l"/>
            <a:r>
              <a:rPr lang="en-US" dirty="0" smtClean="0"/>
              <a:t>Reply_Post</a:t>
            </a:r>
            <a:endParaRPr lang="en-US" dirty="0"/>
          </a:p>
          <a:p>
            <a:pPr algn="l"/>
            <a:r>
              <a:rPr lang="en-US" dirty="0"/>
              <a:t>Rate_Reply_Post</a:t>
            </a:r>
            <a:endParaRPr lang="en-US" dirty="0"/>
          </a:p>
          <a:p>
            <a:pPr algn="l"/>
            <a:r>
              <a:rPr lang="en-US" dirty="0" smtClean="0"/>
              <a:t>Rate_Post</a:t>
            </a:r>
          </a:p>
          <a:p>
            <a:pPr algn="l"/>
            <a:r>
              <a:rPr lang="en-US" dirty="0"/>
              <a:t>Provincial </a:t>
            </a:r>
            <a:endParaRPr lang="en-US" dirty="0" smtClean="0"/>
          </a:p>
          <a:p>
            <a:pPr algn="l"/>
            <a:r>
              <a:rPr lang="en-US" dirty="0"/>
              <a:t>Post </a:t>
            </a:r>
            <a:endParaRPr lang="en-US" dirty="0" smtClean="0"/>
          </a:p>
          <a:p>
            <a:pPr algn="l"/>
            <a:r>
              <a:rPr lang="en-US" dirty="0"/>
              <a:t>Notification </a:t>
            </a:r>
            <a:endParaRPr lang="en-US" dirty="0" smtClean="0"/>
          </a:p>
          <a:p>
            <a:pPr algn="l"/>
            <a:r>
              <a:rPr lang="en-US" dirty="0"/>
              <a:t>MessageUserVSBox </a:t>
            </a:r>
            <a:endParaRPr lang="en-US" dirty="0" smtClean="0"/>
          </a:p>
          <a:p>
            <a:pPr algn="l"/>
            <a:r>
              <a:rPr lang="en-US" dirty="0"/>
              <a:t>MessageBosFiveP </a:t>
            </a:r>
            <a:endParaRPr lang="en-US" dirty="0"/>
          </a:p>
        </p:txBody>
      </p:sp>
      <p:sp>
        <p:nvSpPr>
          <p:cNvPr id="9" name="Content Placeholder 7"/>
          <p:cNvSpPr txBox="1">
            <a:spLocks/>
          </p:cNvSpPr>
          <p:nvPr/>
        </p:nvSpPr>
        <p:spPr>
          <a:xfrm>
            <a:off x="6251755" y="2120249"/>
            <a:ext cx="2579515" cy="2436666"/>
          </a:xfrm>
          <a:prstGeom prst="rect">
            <a:avLst/>
          </a:prstGeom>
        </p:spPr>
        <p:txBody>
          <a:bodyPr vert="horz" lIns="91440" tIns="45720" rIns="91440" bIns="45720" rtlCol="0">
            <a:normAutofit fontScale="92500" lnSpcReduction="20000"/>
          </a:bodyPr>
          <a:lstStyle>
            <a:lvl1pPr marL="342900" indent="-342900" algn="ctr" defTabSz="914400" rtl="0" eaLnBrk="1" latinLnBrk="0" hangingPunct="1">
              <a:spcBef>
                <a:spcPct val="20000"/>
              </a:spcBef>
              <a:buFont typeface="Arial" pitchFamily="34" charset="0"/>
              <a:buChar char="•"/>
              <a:defRPr sz="2400" kern="1200">
                <a:solidFill>
                  <a:schemeClr val="accent4">
                    <a:lumMod val="50000"/>
                  </a:schemeClr>
                </a:solidFill>
                <a:latin typeface="+mn-lt"/>
                <a:ea typeface="+mn-ea"/>
                <a:cs typeface="+mn-cs"/>
              </a:defRPr>
            </a:lvl1pPr>
            <a:lvl2pPr marL="742950" indent="-285750" algn="ctr" defTabSz="914400" rtl="0" eaLnBrk="1" latinLnBrk="0" hangingPunct="1">
              <a:spcBef>
                <a:spcPct val="20000"/>
              </a:spcBef>
              <a:buFont typeface="Arial" pitchFamily="34" charset="0"/>
              <a:buChar char="–"/>
              <a:defRPr sz="2000" kern="1200">
                <a:solidFill>
                  <a:schemeClr val="accent4">
                    <a:lumMod val="50000"/>
                  </a:schemeClr>
                </a:solidFill>
                <a:latin typeface="+mn-lt"/>
                <a:ea typeface="+mn-ea"/>
                <a:cs typeface="+mn-cs"/>
              </a:defRPr>
            </a:lvl2pPr>
            <a:lvl3pPr marL="1143000" indent="-228600" algn="ctr" defTabSz="914400" rtl="0" eaLnBrk="1" latinLnBrk="0" hangingPunct="1">
              <a:spcBef>
                <a:spcPct val="20000"/>
              </a:spcBef>
              <a:buFont typeface="Arial" pitchFamily="34" charset="0"/>
              <a:buChar char="•"/>
              <a:defRPr sz="1800" kern="1200">
                <a:solidFill>
                  <a:schemeClr val="accent4">
                    <a:lumMod val="50000"/>
                  </a:schemeClr>
                </a:solidFill>
                <a:latin typeface="+mn-lt"/>
                <a:ea typeface="+mn-ea"/>
                <a:cs typeface="+mn-cs"/>
              </a:defRPr>
            </a:lvl3pPr>
            <a:lvl4pPr marL="1600200" indent="-228600" algn="ctr" defTabSz="914400" rtl="0" eaLnBrk="1" latinLnBrk="0" hangingPunct="1">
              <a:spcBef>
                <a:spcPct val="20000"/>
              </a:spcBef>
              <a:buFont typeface="Arial" pitchFamily="34" charset="0"/>
              <a:buChar char="–"/>
              <a:defRPr sz="1600" kern="1200">
                <a:solidFill>
                  <a:schemeClr val="accent4">
                    <a:lumMod val="50000"/>
                  </a:schemeClr>
                </a:solidFill>
                <a:latin typeface="+mn-lt"/>
                <a:ea typeface="+mn-ea"/>
                <a:cs typeface="+mn-cs"/>
              </a:defRPr>
            </a:lvl4pPr>
            <a:lvl5pPr marL="2057400" indent="-228600" algn="ctr" defTabSz="914400" rtl="0" eaLnBrk="1" latinLnBrk="0" hangingPunct="1">
              <a:spcBef>
                <a:spcPct val="20000"/>
              </a:spcBef>
              <a:buFont typeface="Arial" pitchFamily="34" charset="0"/>
              <a:buChar char="»"/>
              <a:defRPr sz="1600" kern="1200">
                <a:solidFill>
                  <a:schemeClr val="accent4">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9pPr>
          </a:lstStyle>
          <a:p>
            <a:pPr algn="l"/>
            <a:r>
              <a:rPr lang="en-US" dirty="0"/>
              <a:t>Message </a:t>
            </a:r>
            <a:endParaRPr lang="en-US" dirty="0" smtClean="0"/>
          </a:p>
          <a:p>
            <a:pPr algn="l"/>
            <a:r>
              <a:rPr lang="en-US" dirty="0"/>
              <a:t>Image_Advertisement</a:t>
            </a:r>
            <a:endParaRPr lang="en-US" dirty="0" smtClean="0"/>
          </a:p>
          <a:p>
            <a:pPr algn="l"/>
            <a:r>
              <a:rPr lang="en-US" dirty="0"/>
              <a:t>Friend </a:t>
            </a:r>
            <a:endParaRPr lang="en-US" dirty="0" smtClean="0"/>
          </a:p>
          <a:p>
            <a:pPr algn="l"/>
            <a:r>
              <a:rPr lang="en-US" dirty="0"/>
              <a:t>District </a:t>
            </a:r>
            <a:r>
              <a:rPr lang="en-US" dirty="0" smtClean="0"/>
              <a:t> </a:t>
            </a:r>
          </a:p>
          <a:p>
            <a:pPr algn="l"/>
            <a:r>
              <a:rPr lang="en-US" dirty="0"/>
              <a:t>Commune </a:t>
            </a:r>
            <a:r>
              <a:rPr lang="en-US" dirty="0" smtClean="0"/>
              <a:t> </a:t>
            </a:r>
          </a:p>
          <a:p>
            <a:pPr algn="l"/>
            <a:r>
              <a:rPr lang="en-US" dirty="0" smtClean="0"/>
              <a:t>Advertisement</a:t>
            </a:r>
            <a:endParaRPr lang="en-US" dirty="0"/>
          </a:p>
        </p:txBody>
      </p:sp>
    </p:spTree>
    <p:extLst>
      <p:ext uri="{BB962C8B-B14F-4D97-AF65-F5344CB8AC3E}">
        <p14:creationId xmlns:p14="http://schemas.microsoft.com/office/powerpoint/2010/main" val="3653150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365195" y="-35042"/>
            <a:ext cx="7466076" cy="1068935"/>
          </a:xfrm>
        </p:spPr>
        <p:txBody>
          <a:bodyPr>
            <a:normAutofit/>
          </a:bodyPr>
          <a:lstStyle/>
          <a:p>
            <a:pPr algn="l"/>
            <a:r>
              <a:rPr lang="en-US" dirty="0" smtClean="0"/>
              <a:t>Chức năng user chưa có tài khoản</a:t>
            </a:r>
            <a:endParaRPr lang="en-US" dirty="0"/>
          </a:p>
        </p:txBody>
      </p:sp>
      <p:sp>
        <p:nvSpPr>
          <p:cNvPr id="6" name="Content Placeholder 5"/>
          <p:cNvSpPr>
            <a:spLocks noGrp="1"/>
          </p:cNvSpPr>
          <p:nvPr>
            <p:ph sz="half" idx="2"/>
          </p:nvPr>
        </p:nvSpPr>
        <p:spPr>
          <a:xfrm>
            <a:off x="536879" y="2113634"/>
            <a:ext cx="8294392" cy="2901395"/>
          </a:xfrm>
        </p:spPr>
        <p:txBody>
          <a:bodyPr/>
          <a:lstStyle/>
          <a:p>
            <a:pPr algn="l"/>
            <a:r>
              <a:rPr lang="en-US" dirty="0" smtClean="0"/>
              <a:t>Chia sẽ facebook</a:t>
            </a:r>
          </a:p>
          <a:p>
            <a:pPr algn="l"/>
            <a:r>
              <a:rPr lang="en-US" dirty="0" smtClean="0"/>
              <a:t>Tìm kiếm</a:t>
            </a:r>
          </a:p>
          <a:p>
            <a:pPr algn="l"/>
            <a:r>
              <a:rPr lang="en-US" dirty="0" smtClean="0"/>
              <a:t>Đăng ký tài khoản</a:t>
            </a:r>
            <a:endParaRPr lang="en-US" dirty="0"/>
          </a:p>
        </p:txBody>
      </p:sp>
    </p:spTree>
    <p:extLst>
      <p:ext uri="{BB962C8B-B14F-4D97-AF65-F5344CB8AC3E}">
        <p14:creationId xmlns:p14="http://schemas.microsoft.com/office/powerpoint/2010/main" val="2833874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365195" y="-35042"/>
            <a:ext cx="7466076" cy="1068935"/>
          </a:xfrm>
        </p:spPr>
        <p:txBody>
          <a:bodyPr>
            <a:normAutofit/>
          </a:bodyPr>
          <a:lstStyle/>
          <a:p>
            <a:pPr algn="l"/>
            <a:r>
              <a:rPr lang="en-US" dirty="0" smtClean="0"/>
              <a:t>Chức năng user có tài khoản</a:t>
            </a:r>
            <a:endParaRPr lang="en-US" dirty="0"/>
          </a:p>
        </p:txBody>
      </p:sp>
      <p:sp>
        <p:nvSpPr>
          <p:cNvPr id="6" name="Content Placeholder 5"/>
          <p:cNvSpPr>
            <a:spLocks noGrp="1"/>
          </p:cNvSpPr>
          <p:nvPr>
            <p:ph sz="half" idx="2"/>
          </p:nvPr>
        </p:nvSpPr>
        <p:spPr>
          <a:xfrm>
            <a:off x="536879" y="1350110"/>
            <a:ext cx="4187826" cy="3664919"/>
          </a:xfrm>
        </p:spPr>
        <p:txBody>
          <a:bodyPr>
            <a:normAutofit fontScale="85000" lnSpcReduction="20000"/>
          </a:bodyPr>
          <a:lstStyle/>
          <a:p>
            <a:pPr algn="l"/>
            <a:r>
              <a:rPr lang="en-US" dirty="0" smtClean="0"/>
              <a:t>Tìm kiếm</a:t>
            </a:r>
          </a:p>
          <a:p>
            <a:pPr algn="l"/>
            <a:r>
              <a:rPr lang="en-US" dirty="0" smtClean="0"/>
              <a:t>Chia sẽ facebook</a:t>
            </a:r>
          </a:p>
          <a:p>
            <a:pPr algn="l"/>
            <a:r>
              <a:rPr lang="en-US" dirty="0" smtClean="0"/>
              <a:t>Đăng nhập</a:t>
            </a:r>
          </a:p>
          <a:p>
            <a:pPr algn="l"/>
            <a:r>
              <a:rPr lang="en-US" dirty="0" smtClean="0"/>
              <a:t>Kết bạn</a:t>
            </a:r>
          </a:p>
          <a:p>
            <a:pPr algn="l"/>
            <a:r>
              <a:rPr lang="en-US" dirty="0" smtClean="0"/>
              <a:t>Nhắn tin</a:t>
            </a:r>
          </a:p>
          <a:p>
            <a:pPr algn="l"/>
            <a:r>
              <a:rPr lang="en-US" dirty="0" smtClean="0"/>
              <a:t>Sửa thông tin cá nhân</a:t>
            </a:r>
          </a:p>
          <a:p>
            <a:pPr algn="l"/>
            <a:r>
              <a:rPr lang="en-US" dirty="0" smtClean="0"/>
              <a:t>Đặt câu hỏi</a:t>
            </a:r>
          </a:p>
          <a:p>
            <a:pPr algn="l"/>
            <a:r>
              <a:rPr lang="en-US" dirty="0" smtClean="0"/>
              <a:t>Đăng xuất</a:t>
            </a:r>
          </a:p>
          <a:p>
            <a:pPr algn="l"/>
            <a:r>
              <a:rPr lang="en-US" dirty="0" smtClean="0"/>
              <a:t>Đổi mất khẩu</a:t>
            </a:r>
          </a:p>
          <a:p>
            <a:pPr algn="l"/>
            <a:r>
              <a:rPr lang="en-US" dirty="0" smtClean="0"/>
              <a:t>Vote lên, xuống</a:t>
            </a:r>
          </a:p>
          <a:p>
            <a:pPr algn="l"/>
            <a:r>
              <a:rPr lang="en-US" dirty="0" smtClean="0"/>
              <a:t>Trả lời câu hỏi</a:t>
            </a:r>
            <a:endParaRPr lang="en-US" dirty="0"/>
          </a:p>
        </p:txBody>
      </p:sp>
      <p:sp>
        <p:nvSpPr>
          <p:cNvPr id="5" name="Content Placeholder 5"/>
          <p:cNvSpPr>
            <a:spLocks noGrp="1"/>
          </p:cNvSpPr>
          <p:nvPr>
            <p:ph sz="half" idx="2"/>
          </p:nvPr>
        </p:nvSpPr>
        <p:spPr>
          <a:xfrm>
            <a:off x="4724705" y="1350110"/>
            <a:ext cx="4187826" cy="3664919"/>
          </a:xfrm>
        </p:spPr>
        <p:txBody>
          <a:bodyPr>
            <a:normAutofit fontScale="85000" lnSpcReduction="20000"/>
          </a:bodyPr>
          <a:lstStyle/>
          <a:p>
            <a:pPr algn="l"/>
            <a:r>
              <a:rPr lang="en-US" dirty="0" smtClean="0"/>
              <a:t>Hiển thị hoạt động câu hỏi</a:t>
            </a:r>
          </a:p>
          <a:p>
            <a:pPr algn="l"/>
            <a:r>
              <a:rPr lang="en-US" dirty="0"/>
              <a:t>Đánh dấu câu hỏi</a:t>
            </a:r>
            <a:endParaRPr lang="en-US" dirty="0" smtClean="0"/>
          </a:p>
          <a:p>
            <a:pPr algn="l"/>
            <a:r>
              <a:rPr lang="en-US" dirty="0"/>
              <a:t>Hiển thị bài viết</a:t>
            </a:r>
            <a:endParaRPr lang="en-US" dirty="0" smtClean="0"/>
          </a:p>
          <a:p>
            <a:pPr algn="l"/>
            <a:r>
              <a:rPr lang="en-US" dirty="0"/>
              <a:t>Ẩn bài viết</a:t>
            </a:r>
            <a:endParaRPr lang="en-US" dirty="0" smtClean="0"/>
          </a:p>
          <a:p>
            <a:pPr algn="l"/>
            <a:r>
              <a:rPr lang="en-US" dirty="0"/>
              <a:t>Hiển thị hoạt động trả lời câu hỏi</a:t>
            </a:r>
            <a:endParaRPr lang="en-US" dirty="0" smtClean="0"/>
          </a:p>
          <a:p>
            <a:pPr algn="l"/>
            <a:r>
              <a:rPr lang="en-US" dirty="0"/>
              <a:t>Xóa comment</a:t>
            </a:r>
            <a:endParaRPr lang="en-US" dirty="0" smtClean="0"/>
          </a:p>
          <a:p>
            <a:pPr algn="l"/>
            <a:r>
              <a:rPr lang="en-US" dirty="0"/>
              <a:t>Vote câu trả lời lên </a:t>
            </a:r>
            <a:r>
              <a:rPr lang="en-US" dirty="0" smtClean="0"/>
              <a:t>xuống</a:t>
            </a:r>
          </a:p>
          <a:p>
            <a:pPr algn="l"/>
            <a:r>
              <a:rPr lang="en-US" dirty="0"/>
              <a:t>Comment câu trả lời</a:t>
            </a:r>
            <a:endParaRPr lang="en-US" dirty="0" smtClean="0"/>
          </a:p>
          <a:p>
            <a:pPr algn="l"/>
            <a:r>
              <a:rPr lang="en-US" dirty="0"/>
              <a:t>Xóa bài viết</a:t>
            </a:r>
            <a:endParaRPr lang="en-US" dirty="0" smtClean="0"/>
          </a:p>
          <a:p>
            <a:pPr algn="l"/>
            <a:r>
              <a:rPr lang="en-US" dirty="0"/>
              <a:t>Sửa câu hỏi</a:t>
            </a:r>
            <a:endParaRPr lang="en-US" dirty="0" smtClean="0"/>
          </a:p>
          <a:p>
            <a:pPr algn="l"/>
            <a:r>
              <a:rPr lang="en-US" dirty="0"/>
              <a:t>Xóa trả lời trong bài viết của chính user đó</a:t>
            </a:r>
            <a:endParaRPr lang="en-US" dirty="0"/>
          </a:p>
        </p:txBody>
      </p:sp>
    </p:spTree>
    <p:extLst>
      <p:ext uri="{BB962C8B-B14F-4D97-AF65-F5344CB8AC3E}">
        <p14:creationId xmlns:p14="http://schemas.microsoft.com/office/powerpoint/2010/main" val="3139656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365195" y="-35042"/>
            <a:ext cx="7466076" cy="1068935"/>
          </a:xfrm>
        </p:spPr>
        <p:txBody>
          <a:bodyPr>
            <a:normAutofit/>
          </a:bodyPr>
          <a:lstStyle/>
          <a:p>
            <a:pPr algn="l"/>
            <a:r>
              <a:rPr lang="en-US" dirty="0" smtClean="0"/>
              <a:t>Admin</a:t>
            </a:r>
            <a:endParaRPr lang="en-US" dirty="0"/>
          </a:p>
        </p:txBody>
      </p:sp>
      <p:sp>
        <p:nvSpPr>
          <p:cNvPr id="6" name="Content Placeholder 5"/>
          <p:cNvSpPr>
            <a:spLocks noGrp="1"/>
          </p:cNvSpPr>
          <p:nvPr>
            <p:ph sz="half" idx="2"/>
          </p:nvPr>
        </p:nvSpPr>
        <p:spPr>
          <a:xfrm>
            <a:off x="536879" y="1502816"/>
            <a:ext cx="4493236" cy="3512214"/>
          </a:xfrm>
        </p:spPr>
        <p:txBody>
          <a:bodyPr>
            <a:normAutofit lnSpcReduction="10000"/>
          </a:bodyPr>
          <a:lstStyle/>
          <a:p>
            <a:pPr algn="l"/>
            <a:r>
              <a:rPr lang="en-US" dirty="0" smtClean="0"/>
              <a:t>Đăng nhập</a:t>
            </a:r>
          </a:p>
          <a:p>
            <a:pPr algn="l"/>
            <a:r>
              <a:rPr lang="en-US" dirty="0"/>
              <a:t>Đăng xuất</a:t>
            </a:r>
            <a:endParaRPr lang="en-US" dirty="0" smtClean="0"/>
          </a:p>
          <a:p>
            <a:pPr algn="l"/>
            <a:r>
              <a:rPr lang="en-US" dirty="0"/>
              <a:t>Quản lý đánh giá câu </a:t>
            </a:r>
            <a:r>
              <a:rPr lang="en-US" dirty="0" smtClean="0"/>
              <a:t>hỏi</a:t>
            </a:r>
          </a:p>
          <a:p>
            <a:pPr algn="l"/>
            <a:r>
              <a:rPr lang="en-US" dirty="0"/>
              <a:t>Quản lý công </a:t>
            </a:r>
            <a:r>
              <a:rPr lang="en-US" dirty="0" smtClean="0"/>
              <a:t>nghệ</a:t>
            </a:r>
          </a:p>
          <a:p>
            <a:pPr algn="l"/>
            <a:r>
              <a:rPr lang="en-US" dirty="0"/>
              <a:t>Quản lý đánh giá trả lời câu </a:t>
            </a:r>
            <a:r>
              <a:rPr lang="en-US" dirty="0" smtClean="0"/>
              <a:t>hỏi</a:t>
            </a:r>
          </a:p>
          <a:p>
            <a:pPr algn="l"/>
            <a:r>
              <a:rPr lang="en-US" dirty="0"/>
              <a:t>Quản lý đánh dấu câu </a:t>
            </a:r>
            <a:r>
              <a:rPr lang="en-US" dirty="0" smtClean="0"/>
              <a:t>hỏi</a:t>
            </a:r>
          </a:p>
          <a:p>
            <a:pPr algn="l"/>
            <a:r>
              <a:rPr lang="en-US" dirty="0"/>
              <a:t>Quản lý bạn bè các </a:t>
            </a:r>
            <a:r>
              <a:rPr lang="en-US" dirty="0" smtClean="0"/>
              <a:t>user</a:t>
            </a:r>
          </a:p>
          <a:p>
            <a:pPr algn="l"/>
            <a:r>
              <a:rPr lang="en-US" dirty="0"/>
              <a:t>Quản lý bài viết</a:t>
            </a:r>
            <a:endParaRPr lang="en-US" dirty="0"/>
          </a:p>
        </p:txBody>
      </p:sp>
      <p:sp>
        <p:nvSpPr>
          <p:cNvPr id="5" name="Content Placeholder 5"/>
          <p:cNvSpPr>
            <a:spLocks noGrp="1"/>
          </p:cNvSpPr>
          <p:nvPr>
            <p:ph sz="half" idx="2"/>
          </p:nvPr>
        </p:nvSpPr>
        <p:spPr>
          <a:xfrm>
            <a:off x="4877410" y="1518722"/>
            <a:ext cx="4493236" cy="3512214"/>
          </a:xfrm>
        </p:spPr>
        <p:txBody>
          <a:bodyPr>
            <a:normAutofit fontScale="92500" lnSpcReduction="10000"/>
          </a:bodyPr>
          <a:lstStyle/>
          <a:p>
            <a:pPr algn="l"/>
            <a:r>
              <a:rPr lang="en-US" dirty="0"/>
              <a:t>Quản lý hoạt động câu hỏi</a:t>
            </a:r>
            <a:endParaRPr lang="en-US" dirty="0" smtClean="0"/>
          </a:p>
          <a:p>
            <a:pPr algn="l"/>
            <a:r>
              <a:rPr lang="en-US" dirty="0"/>
              <a:t>Quản lý hoạt động trả lời câu hỏi</a:t>
            </a:r>
            <a:endParaRPr lang="en-US" dirty="0" smtClean="0"/>
          </a:p>
          <a:p>
            <a:pPr algn="l"/>
            <a:r>
              <a:rPr lang="en-US" dirty="0"/>
              <a:t>Quản lý người dùng</a:t>
            </a:r>
            <a:endParaRPr lang="en-US" dirty="0" smtClean="0"/>
          </a:p>
          <a:p>
            <a:pPr algn="l"/>
            <a:r>
              <a:rPr lang="en-US" dirty="0"/>
              <a:t>Quản lý thông báo người dùng</a:t>
            </a:r>
            <a:endParaRPr lang="en-US" dirty="0" smtClean="0"/>
          </a:p>
          <a:p>
            <a:pPr algn="l"/>
            <a:r>
              <a:rPr lang="en-US" dirty="0"/>
              <a:t>Quản lý quảng cáo</a:t>
            </a:r>
            <a:endParaRPr lang="en-US" dirty="0" smtClean="0"/>
          </a:p>
          <a:p>
            <a:pPr algn="l"/>
            <a:r>
              <a:rPr lang="en-US" dirty="0"/>
              <a:t>Quản lý ảnh quảng cáo</a:t>
            </a:r>
            <a:endParaRPr lang="en-US" dirty="0" smtClean="0"/>
          </a:p>
          <a:p>
            <a:pPr algn="l"/>
            <a:r>
              <a:rPr lang="en-US" dirty="0"/>
              <a:t>Quản lý tỉnh</a:t>
            </a:r>
            <a:endParaRPr lang="en-US" dirty="0" smtClean="0"/>
          </a:p>
          <a:p>
            <a:pPr algn="l"/>
            <a:r>
              <a:rPr lang="en-US" dirty="0"/>
              <a:t>Quản lý </a:t>
            </a:r>
            <a:r>
              <a:rPr lang="en-US" dirty="0" smtClean="0"/>
              <a:t>huyện</a:t>
            </a:r>
          </a:p>
          <a:p>
            <a:pPr algn="l"/>
            <a:r>
              <a:rPr lang="en-US" dirty="0"/>
              <a:t>Quản lý xã</a:t>
            </a:r>
            <a:endParaRPr lang="en-US" dirty="0"/>
          </a:p>
        </p:txBody>
      </p:sp>
    </p:spTree>
    <p:extLst>
      <p:ext uri="{BB962C8B-B14F-4D97-AF65-F5344CB8AC3E}">
        <p14:creationId xmlns:p14="http://schemas.microsoft.com/office/powerpoint/2010/main" val="1141677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smtClean="0"/>
              <a:t>Bảo mật</a:t>
            </a:r>
            <a:endParaRPr lang="en-US" dirty="0"/>
          </a:p>
        </p:txBody>
      </p:sp>
      <p:sp>
        <p:nvSpPr>
          <p:cNvPr id="5" name="Content Placeholder 4"/>
          <p:cNvSpPr>
            <a:spLocks noGrp="1"/>
          </p:cNvSpPr>
          <p:nvPr>
            <p:ph idx="1"/>
          </p:nvPr>
        </p:nvSpPr>
        <p:spPr/>
        <p:txBody>
          <a:bodyPr/>
          <a:lstStyle/>
          <a:p>
            <a:r>
              <a:rPr lang="en-US" dirty="0" smtClean="0"/>
              <a:t>Mã hóa link chứa id user</a:t>
            </a:r>
          </a:p>
          <a:p>
            <a:r>
              <a:rPr lang="en-US" dirty="0" smtClean="0"/>
              <a:t>Mã hóa link chứa id sản phẩm</a:t>
            </a:r>
            <a:endParaRPr lang="en-US" dirty="0"/>
          </a:p>
          <a:p>
            <a:r>
              <a:rPr lang="en-US" dirty="0" smtClean="0"/>
              <a:t>Mã hóa mật khẩu user, admin</a:t>
            </a:r>
            <a:endParaRPr lang="en-US" dirty="0"/>
          </a:p>
          <a:p>
            <a:r>
              <a:rPr lang="en-US" dirty="0" smtClean="0"/>
              <a:t>Xác nhận gmail đăng ký</a:t>
            </a:r>
          </a:p>
          <a:p>
            <a:r>
              <a:rPr lang="en-US" dirty="0" smtClean="0"/>
              <a:t>Phân quyền các trang</a:t>
            </a:r>
            <a:endParaRPr lang="en-US" dirty="0"/>
          </a:p>
        </p:txBody>
      </p:sp>
    </p:spTree>
    <p:extLst>
      <p:ext uri="{BB962C8B-B14F-4D97-AF65-F5344CB8AC3E}">
        <p14:creationId xmlns:p14="http://schemas.microsoft.com/office/powerpoint/2010/main" val="29564650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Giải pháp quản lý bât/tắt từ xa tập tru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19" y="0"/>
            <a:ext cx="9132881"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1006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384</Words>
  <Application>Microsoft Office PowerPoint</Application>
  <PresentationFormat>On-screen Show (16:9)</PresentationFormat>
  <Paragraphs>85</Paragraphs>
  <Slides>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Times New Roman</vt:lpstr>
      <vt:lpstr>Office Theme</vt:lpstr>
      <vt:lpstr>HỆ THỐNG GIẢI DÁP CÂU HỎI fIVE-P</vt:lpstr>
      <vt:lpstr>Khảo sát hiện trạng</vt:lpstr>
      <vt:lpstr>Actor hệ thống</vt:lpstr>
      <vt:lpstr>Bảng database</vt:lpstr>
      <vt:lpstr>Chức năng user chưa có tài khoản</vt:lpstr>
      <vt:lpstr>Chức năng user có tài khoản</vt:lpstr>
      <vt:lpstr>Admin</vt:lpstr>
      <vt:lpstr>Bảo mật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2017-08-01T15:40:51Z</dcterms:created>
  <dcterms:modified xsi:type="dcterms:W3CDTF">2020-12-11T17:07:24Z</dcterms:modified>
</cp:coreProperties>
</file>